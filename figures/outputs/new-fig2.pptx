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635" cy="12192635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221" y="1995508"/>
            <a:ext cx="9145325" cy="424504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221" y="6404254"/>
            <a:ext cx="9145325" cy="294386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8235" indent="0" algn="ctr">
              <a:buNone/>
              <a:defRPr sz="2135"/>
            </a:lvl7pPr>
            <a:lvl8pPr marL="4267835" indent="0" algn="ctr">
              <a:buNone/>
              <a:defRPr sz="2135"/>
            </a:lvl8pPr>
            <a:lvl9pPr marL="4877435" indent="0" algn="ctr">
              <a:buNone/>
              <a:defRPr sz="213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71" y="3039834"/>
            <a:ext cx="10517123" cy="507203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71" y="8159849"/>
            <a:ext cx="10517123" cy="2667262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321" y="3245875"/>
            <a:ext cx="5182351" cy="773647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094" y="3245875"/>
            <a:ext cx="5182351" cy="773647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649175"/>
            <a:ext cx="10517123" cy="235678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10" y="2989029"/>
            <a:ext cx="5158534" cy="14648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10" y="4453905"/>
            <a:ext cx="5158534" cy="655102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094" y="2989029"/>
            <a:ext cx="5183939" cy="14648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094" y="4453905"/>
            <a:ext cx="5183939" cy="655102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812880"/>
            <a:ext cx="3932807" cy="2845080"/>
          </a:xfrm>
        </p:spPr>
        <p:txBody>
          <a:bodyPr anchor="b"/>
          <a:lstStyle>
            <a:lvl1pPr>
              <a:defRPr sz="426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939" y="1755595"/>
            <a:ext cx="6173094" cy="8665075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910" y="3657960"/>
            <a:ext cx="3932807" cy="6776824"/>
          </a:xfrm>
        </p:spPr>
        <p:txBody>
          <a:bodyPr/>
          <a:lstStyle>
            <a:lvl1pPr marL="0" indent="0">
              <a:buNone/>
              <a:defRPr sz="2135"/>
            </a:lvl1pPr>
            <a:lvl2pPr marL="609600" indent="0">
              <a:buNone/>
              <a:defRPr sz="1865"/>
            </a:lvl2pPr>
            <a:lvl3pPr marL="1219200" indent="0">
              <a:buNone/>
              <a:defRPr sz="1600"/>
            </a:lvl3pPr>
            <a:lvl4pPr marL="1828800" indent="0">
              <a:buNone/>
              <a:defRPr sz="1335"/>
            </a:lvl4pPr>
            <a:lvl5pPr marL="2438400" indent="0">
              <a:buNone/>
              <a:defRPr sz="1335"/>
            </a:lvl5pPr>
            <a:lvl6pPr marL="3048000" indent="0">
              <a:buNone/>
              <a:defRPr sz="1335"/>
            </a:lvl6pPr>
            <a:lvl7pPr marL="3658235" indent="0">
              <a:buNone/>
              <a:defRPr sz="1335"/>
            </a:lvl7pPr>
            <a:lvl8pPr marL="4267835" indent="0">
              <a:buNone/>
              <a:defRPr sz="1335"/>
            </a:lvl8pPr>
            <a:lvl9pPr marL="4877435" indent="0">
              <a:buNone/>
              <a:defRPr sz="13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812880"/>
            <a:ext cx="3932807" cy="2845080"/>
          </a:xfrm>
        </p:spPr>
        <p:txBody>
          <a:bodyPr anchor="b"/>
          <a:lstStyle>
            <a:lvl1pPr>
              <a:defRPr sz="426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939" y="1755595"/>
            <a:ext cx="6173094" cy="8665075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8235" indent="0">
              <a:buNone/>
              <a:defRPr sz="2665"/>
            </a:lvl7pPr>
            <a:lvl8pPr marL="4267835" indent="0">
              <a:buNone/>
              <a:defRPr sz="2665"/>
            </a:lvl8pPr>
            <a:lvl9pPr marL="4877435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910" y="3657960"/>
            <a:ext cx="3932807" cy="6776824"/>
          </a:xfrm>
        </p:spPr>
        <p:txBody>
          <a:bodyPr/>
          <a:lstStyle>
            <a:lvl1pPr marL="0" indent="0">
              <a:buNone/>
              <a:defRPr sz="2135"/>
            </a:lvl1pPr>
            <a:lvl2pPr marL="609600" indent="0">
              <a:buNone/>
              <a:defRPr sz="1865"/>
            </a:lvl2pPr>
            <a:lvl3pPr marL="1219200" indent="0">
              <a:buNone/>
              <a:defRPr sz="1600"/>
            </a:lvl3pPr>
            <a:lvl4pPr marL="1828800" indent="0">
              <a:buNone/>
              <a:defRPr sz="1335"/>
            </a:lvl4pPr>
            <a:lvl5pPr marL="2438400" indent="0">
              <a:buNone/>
              <a:defRPr sz="1335"/>
            </a:lvl5pPr>
            <a:lvl6pPr marL="3048000" indent="0">
              <a:buNone/>
              <a:defRPr sz="1335"/>
            </a:lvl6pPr>
            <a:lvl7pPr marL="3658235" indent="0">
              <a:buNone/>
              <a:defRPr sz="1335"/>
            </a:lvl7pPr>
            <a:lvl8pPr marL="4267835" indent="0">
              <a:buNone/>
              <a:defRPr sz="1335"/>
            </a:lvl8pPr>
            <a:lvl9pPr marL="4877435" indent="0">
              <a:buNone/>
              <a:defRPr sz="13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6164" y="649175"/>
            <a:ext cx="2629281" cy="1033317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21" y="649175"/>
            <a:ext cx="7735420" cy="1033317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21" y="649175"/>
            <a:ext cx="10517123" cy="2356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21" y="3245875"/>
            <a:ext cx="10517123" cy="7736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21" y="11301291"/>
            <a:ext cx="2743597" cy="649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9185" y="11301291"/>
            <a:ext cx="4115396" cy="649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847" y="11301291"/>
            <a:ext cx="2743597" cy="649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200" rtl="0" eaLnBrk="1" latinLnBrk="0" hangingPunct="1">
        <a:lnSpc>
          <a:spcPct val="90000"/>
        </a:lnSpc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latinLnBrk="0" hangingPunct="1">
        <a:lnSpc>
          <a:spcPct val="90000"/>
        </a:lnSpc>
        <a:spcBef>
          <a:spcPct val="267000"/>
        </a:spcBef>
        <a:buFont typeface="Arial" panose="020B0604020202020204" pitchFamily="34" charset="0"/>
        <a:buChar char="•"/>
        <a:defRPr sz="3735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34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fig2c_adduct_dependenc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1145" y="3143885"/>
            <a:ext cx="4460875" cy="3139440"/>
          </a:xfrm>
          <a:prstGeom prst="rect">
            <a:avLst/>
          </a:prstGeom>
        </p:spPr>
      </p:pic>
      <p:pic>
        <p:nvPicPr>
          <p:cNvPr id="4" name="图片 3" descr="fig2a_formula_accuracy_fina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9125" y="626110"/>
            <a:ext cx="8789670" cy="2545715"/>
          </a:xfrm>
          <a:prstGeom prst="rect">
            <a:avLst/>
          </a:prstGeom>
        </p:spPr>
      </p:pic>
      <p:pic>
        <p:nvPicPr>
          <p:cNvPr id="17" name="图片 16" descr="fig2dd__ablation_formula_accuracy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2020" y="3317240"/>
            <a:ext cx="4580255" cy="29146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116596" y="3143817"/>
            <a:ext cx="33529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+mj-ea"/>
                <a:ea typeface="+mj-ea"/>
                <a:cs typeface="Times New Roman" panose="02020603050405020304" charset="0"/>
              </a:rPr>
              <a:t>c</a:t>
            </a:r>
            <a:endParaRPr lang="en-US" altLang="zh-CN" b="1">
              <a:latin typeface="+mj-ea"/>
              <a:ea typeface="+mj-ea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76433" y="532578"/>
            <a:ext cx="33529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+mj-ea"/>
                <a:ea typeface="+mj-ea"/>
                <a:cs typeface="Times New Roman" panose="02020603050405020304" charset="0"/>
              </a:rPr>
              <a:t>a</a:t>
            </a:r>
            <a:endParaRPr lang="en-US" altLang="zh-CN" b="1">
              <a:latin typeface="+mj-ea"/>
              <a:ea typeface="+mj-ea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76433" y="3143817"/>
            <a:ext cx="33529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+mj-ea"/>
                <a:ea typeface="+mj-ea"/>
                <a:cs typeface="Times New Roman" panose="02020603050405020304" charset="0"/>
              </a:rPr>
              <a:t>b</a:t>
            </a:r>
            <a:endParaRPr lang="en-US" altLang="zh-CN" b="1">
              <a:latin typeface="+mj-ea"/>
              <a:ea typeface="+mj-ea"/>
              <a:cs typeface="Times New Roman" panose="02020603050405020304" charset="0"/>
            </a:endParaRPr>
          </a:p>
        </p:txBody>
      </p:sp>
      <p:pic>
        <p:nvPicPr>
          <p:cNvPr id="24" name="图片 23" descr="fig2e_reference_formula_coverage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25920" y="6372225"/>
            <a:ext cx="4011295" cy="22256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662453" y="6204660"/>
            <a:ext cx="33529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+mj-ea"/>
                <a:ea typeface="+mj-ea"/>
                <a:cs typeface="Times New Roman" panose="02020603050405020304" charset="0"/>
              </a:rPr>
              <a:t>e</a:t>
            </a:r>
            <a:endParaRPr lang="en-US" altLang="zh-CN" b="1">
              <a:latin typeface="+mj-ea"/>
              <a:ea typeface="+mj-ea"/>
              <a:cs typeface="Times New Roman" panose="02020603050405020304" charset="0"/>
            </a:endParaRPr>
          </a:p>
        </p:txBody>
      </p:sp>
      <p:pic>
        <p:nvPicPr>
          <p:cNvPr id="2" name="图片 1" descr="fig2e_prediction_reliability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15415" y="6231890"/>
            <a:ext cx="5310782" cy="23400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476408" y="6179260"/>
            <a:ext cx="33529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+mj-ea"/>
                <a:ea typeface="+mj-ea"/>
                <a:cs typeface="Times New Roman" panose="02020603050405020304" charset="0"/>
              </a:rPr>
              <a:t>d</a:t>
            </a:r>
            <a:endParaRPr lang="en-US" altLang="zh-CN" b="1">
              <a:latin typeface="+mj-ea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Q1MjIwYmQ2ZmI0OGExZWRlNjc5YTU1ZTM2NDA3YW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WPS 演示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帅ヅ尐少爷</cp:lastModifiedBy>
  <cp:revision>22</cp:revision>
  <dcterms:created xsi:type="dcterms:W3CDTF">2023-08-09T12:44:00Z</dcterms:created>
  <dcterms:modified xsi:type="dcterms:W3CDTF">2026-09-03T08:39:46Z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2052-12.1.0.18276</vt:lpwstr>
  </property>
</Properties>
</file>